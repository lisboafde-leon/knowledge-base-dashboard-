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AI Initiatives: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Goal: evaluate AI assistance for clinical documentation</a:t>
            </a:r>
          </a:p>
          <a:p>
            <a:r>
              <a:rPr sz="1800"/>
              <a:t>Two workstreams: note summarization and coding suggestions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Every model output must cite the source note section</a:t>
            </a:r>
          </a:p>
          <a:p>
            <a:r>
              <a:rPr sz="1800"/>
              <a:t>No model output reaches a chart without clinician sign 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