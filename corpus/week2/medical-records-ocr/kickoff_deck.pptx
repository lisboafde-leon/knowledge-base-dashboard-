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Records OCR: 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Goal: digitize incoming paper records and extract key fields automatically</a:t>
            </a:r>
          </a:p>
          <a:p>
            <a:r>
              <a:rPr sz="2000"/>
              <a:t>Sponsor: Operations; technical owner: FE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Phase 1 covers intake forms from two clinics</a:t>
            </a:r>
          </a:p>
          <a:p>
            <a:r>
              <a:rPr sz="2000"/>
              <a:t>Target go live: March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Vendor: ClearScan OCR engine with a custom field extraction layer</a:t>
            </a:r>
          </a:p>
          <a:p>
            <a:r>
              <a:rPr sz="2000"/>
              <a:t>Human review queue for low confidence fields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