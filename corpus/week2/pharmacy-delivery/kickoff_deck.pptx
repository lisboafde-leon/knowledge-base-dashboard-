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Pharmacy Delivery Pilot: Kickoff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Goal: same day medication delivery for members within 10 miles</a:t>
            </a:r>
          </a:p>
          <a:p>
            <a:r>
              <a:rPr sz="1800"/>
              <a:t>Sponsor: Pharmacy Operations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Pilot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Pilot clinics: North and West</a:t>
            </a:r>
          </a:p>
          <a:p>
            <a:r>
              <a:rPr sz="1800"/>
              <a:t>Measure: on time delivery rate and member satisfaction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